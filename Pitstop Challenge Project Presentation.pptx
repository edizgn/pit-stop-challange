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embeddedFontLst>
    <p:embeddedFont>
      <p:font typeface="Urbanist" panose="020B0604020202020204" charset="-94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E637AD-032D-40C3-92AD-7B593937B883}">
  <a:tblStyle styleId="{CCE637AD-032D-40C3-92AD-7B593937B8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7CE84F3-28C3-443E-9E96-99CF82512B78}" styleName="Koyu Stil 1 - Vurgu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00775" y="2134825"/>
            <a:ext cx="79905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Pitstop </a:t>
            </a:r>
            <a:r>
              <a:rPr lang="en-US" sz="7100" b="1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Challenge</a:t>
            </a:r>
            <a:endParaRPr sz="7100"/>
          </a:p>
        </p:txBody>
      </p:sp>
      <p:sp>
        <p:nvSpPr>
          <p:cNvPr id="86" name="Google Shape;86;p13"/>
          <p:cNvSpPr txBox="1"/>
          <p:nvPr/>
        </p:nvSpPr>
        <p:spPr>
          <a:xfrm>
            <a:off x="3290875" y="3732015"/>
            <a:ext cx="56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Interactive 3D Formula 1 Pit Garage Simulation in WebGL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76625" y="4194545"/>
            <a:ext cx="443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Salih Akoğlu (23118080072)  |  Ediz Gün (23118080082)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 Department of Computer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4"/>
          <p:cNvGrpSpPr/>
          <p:nvPr/>
        </p:nvGrpSpPr>
        <p:grpSpPr>
          <a:xfrm>
            <a:off x="571500" y="476250"/>
            <a:ext cx="11049000" cy="800100"/>
            <a:chOff x="571500" y="476250"/>
            <a:chExt cx="11049000" cy="800100"/>
          </a:xfrm>
        </p:grpSpPr>
        <p:sp>
          <p:nvSpPr>
            <p:cNvPr id="94" name="Google Shape;94;p14"/>
            <p:cNvSpPr txBox="1"/>
            <p:nvPr/>
          </p:nvSpPr>
          <p:spPr>
            <a:xfrm>
              <a:off x="571500" y="47625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Project </a:t>
              </a:r>
              <a:r>
                <a:rPr lang="en-US" sz="4800" b="1">
                  <a:solidFill>
                    <a:srgbClr val="E10600"/>
                  </a:solidFill>
                  <a:latin typeface="Urbanist"/>
                  <a:ea typeface="Urbanist"/>
                  <a:cs typeface="Urbanist"/>
                  <a:sym typeface="Urbanist"/>
                </a:rPr>
                <a:t>Overview</a:t>
              </a:r>
              <a:endParaRPr sz="480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571500" y="1238250"/>
              <a:ext cx="952500" cy="38100"/>
            </a:xfrm>
            <a:prstGeom prst="rect">
              <a:avLst/>
            </a:prstGeom>
            <a:solidFill>
              <a:srgbClr val="E10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571500" y="1524000"/>
            <a:ext cx="52389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Pitstop Challenge</a:t>
            </a:r>
            <a:r>
              <a:rPr lang="en-US" sz="16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is an interactive 3D simulation developed strictly using low-level WebGL and GLSL.</a:t>
            </a:r>
            <a:endParaRPr sz="1600">
              <a:solidFill>
                <a:srgbClr val="CCCC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Users navigate freely through an F1 pit garage, performing rapid component replacements on a vehicle.</a:t>
            </a:r>
            <a:endParaRPr sz="1600">
              <a:solidFill>
                <a:srgbClr val="CCCCC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5955276" y="1512597"/>
            <a:ext cx="5518969" cy="2668653"/>
            <a:chOff x="5984773" y="1514400"/>
            <a:chExt cx="5540627" cy="2995302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6096000" y="1514400"/>
              <a:ext cx="5429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Core Technical Features:</a:t>
              </a:r>
              <a:endParaRPr sz="180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9" name="Google Shape;99;p14"/>
            <p:cNvGrpSpPr/>
            <p:nvPr/>
          </p:nvGrpSpPr>
          <p:grpSpPr>
            <a:xfrm>
              <a:off x="5984773" y="2033202"/>
              <a:ext cx="5429400" cy="2476500"/>
              <a:chOff x="-206477" y="32952"/>
              <a:chExt cx="5429400" cy="2476500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-206477" y="32952"/>
                <a:ext cx="5429400" cy="2476500"/>
              </a:xfrm>
              <a:prstGeom prst="roundRect">
                <a:avLst>
                  <a:gd name="adj" fmla="val 5769"/>
                </a:avLst>
              </a:prstGeom>
              <a:solidFill>
                <a:srgbClr val="1A1A1A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4"/>
              <p:cNvSpPr txBox="1"/>
              <p:nvPr/>
            </p:nvSpPr>
            <p:spPr>
              <a:xfrm>
                <a:off x="-95250" y="195300"/>
                <a:ext cx="50484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Hierarchical Modeling</a:t>
                </a:r>
                <a:endParaRPr lang="tr-TR" sz="2400" dirty="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Proximity-Based Snapping</a:t>
                </a:r>
                <a:endParaRPr lang="tr-TR" sz="2400" dirty="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Dynamic Lighting (Phong)</a:t>
                </a:r>
                <a:endParaRPr lang="tr-TR" sz="2400" dirty="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Procedural Texture Mapping</a:t>
                </a:r>
                <a:endParaRPr sz="2400" dirty="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102" name="Google Shape;102;p14"/>
          <p:cNvGrpSpPr/>
          <p:nvPr/>
        </p:nvGrpSpPr>
        <p:grpSpPr>
          <a:xfrm>
            <a:off x="571500" y="5905500"/>
            <a:ext cx="11049000" cy="476400"/>
            <a:chOff x="571500" y="5905500"/>
            <a:chExt cx="11049000" cy="476400"/>
          </a:xfrm>
        </p:grpSpPr>
        <p:sp>
          <p:nvSpPr>
            <p:cNvPr id="103" name="Google Shape;103;p14"/>
            <p:cNvSpPr/>
            <p:nvPr/>
          </p:nvSpPr>
          <p:spPr>
            <a:xfrm>
              <a:off x="571500" y="5905500"/>
              <a:ext cx="11049000" cy="96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571500" y="6096000"/>
              <a:ext cx="1104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rPr>
                <a:t>*Built without relying on any game engine or graphics framework.</a:t>
              </a:r>
              <a:endParaRPr sz="1200" b="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15815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Full 3D Environment: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camera is initially positioned to view the scene in 3D (not 2D or top-down).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761925" y="2440553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Free Navigation: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Users utilize WASD keys and mouse look for a free-roaming first-person camera, moving in 3 axes (x, y, z).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761925" y="3675108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Diverse Morphologies: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scene contains distinct object shapes: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597287" y="1649643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597287" y="2495318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35387" y="374375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711587" y="4479546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- F1 Car Body (complex multi-part mesh)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03826" y="4827346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- Tires (cylindrical)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711587" y="5123729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- Garage Environment (rectangular boxes)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711587" y="5135279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711587" y="4812537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711587" y="446243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476250" y="464939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Scene Configuration</a:t>
            </a:r>
            <a:endParaRPr/>
          </a:p>
        </p:txBody>
      </p:sp>
      <p:pic>
        <p:nvPicPr>
          <p:cNvPr id="124" name="Google Shape;12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4650" y="2064750"/>
            <a:ext cx="5534926" cy="294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72630"/>
            <a:ext cx="355595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472630"/>
            <a:ext cx="355595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472630"/>
            <a:ext cx="3556099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476250" y="1786830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At least three different object types feature distinct, dynamically generated textures.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8631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25" y="3863280"/>
            <a:ext cx="117014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Car Body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4520505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Features a carbon-fiber and metallic paint texture generated procedurally, reacting to lighting.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8631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4613225" y="3863280"/>
            <a:ext cx="6200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Tires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13225" y="4520505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Utilizes a matte rubber texture specifically designed to simulate F1 racing slicks.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28631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8454925" y="3863280"/>
            <a:ext cx="16202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Environment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54925" y="4520505"/>
            <a:ext cx="29655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garage utilizes concrete/asphalt textures for the floor and distinct textures for the walls.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2025" y="30536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03725" y="30536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21613" y="305365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Procedural Texturing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9633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476250" y="178683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Three independently controllable objects demonstrate complex user interaction and state management: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62000" y="258693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Tires: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Can be picked up (Key 'E'), carried, dropped (Key 'G'), and snapped onto wheel hubs.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338703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Front Wing: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Modeled as a separate component that can be removed and replaced via proximity checks.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418713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Rear Wing Flap (DRS):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Toggled via a dedicated key press ('X'), triggering a local rotation animation.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62000" y="498723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Worklight: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portable flashlight object that can be picked up and toggled ('F').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76250" y="26440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76250" y="34441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76250" y="42442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76250" y="50443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Interactive Components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0725" y="1514538"/>
            <a:ext cx="5876051" cy="435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6381750" y="186020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Hierarchical Modeling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81750" y="2374552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project implements a parent-child hierarchy in the transformation matrix stack. For example, in Cockpit View, the steering wheel acts as a parent node. The front tires are linked as child nodes, ensuring their yaw rotation synchronizes automatically with steering input.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0" y="418430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Proximity-Based Snapping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381750" y="4698652"/>
            <a:ext cx="533400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Distance checks (</a:t>
            </a:r>
            <a:r>
              <a:rPr lang="en-US" sz="15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Math.sqrt(dx² + dy² + dz²)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 within the render loop govern component attachment. Bringing a held tire close to a vacant hub updates the model state and snaps it into place.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Advanced Transformations</a:t>
            </a:r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00" y="1974747"/>
            <a:ext cx="5814900" cy="35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9633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62000" y="159633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Phong Reflection Model: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Implemented entirely in GLSL fragment shaders, calculating ambient, diffuse, and specular components.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62000" y="270123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Movable Light Source: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main spotlight (worklight) serves as the primary dynamic source. When carried, it aligns with the camera's forward vector.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62000" y="380613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Adjustable Power: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Users can dynamically increase ('R') or decrease ('Q') the flashlight's brightness, affecting the shading on metallic surfaces in real-time.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62000" y="491103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Fixed Lighting: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secondary overhead garage light provides base illumination and projective shadows.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76250" y="16534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76250" y="27583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76250" y="38632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76250" y="49681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Dynamic Lighting Model</a:t>
            </a:r>
            <a:endParaRPr/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1750" y="1596324"/>
            <a:ext cx="5334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96330"/>
            <a:ext cx="35559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596330"/>
            <a:ext cx="35559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1596330"/>
            <a:ext cx="3556099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19868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71525" y="2986980"/>
            <a:ext cx="190023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Timing System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771525" y="3644205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real-time timer tracks the duration of the pit stop once the car enters the garage.</a:t>
            </a:r>
            <a:endParaRPr/>
          </a:p>
        </p:txBody>
      </p:sp>
      <p:pic>
        <p:nvPicPr>
          <p:cNvPr id="235" name="Google Shape;23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19868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613225" y="2986980"/>
            <a:ext cx="18502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Progress Panel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613225" y="3644205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Visual checklist indicating the status of all four tires and the front wing replacement tasks.</a:t>
            </a:r>
            <a:endParaRPr/>
          </a:p>
        </p:txBody>
      </p:sp>
      <p:pic>
        <p:nvPicPr>
          <p:cNvPr id="238" name="Google Shape;23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19868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8454925" y="2986980"/>
            <a:ext cx="21602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Status Indicators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454925" y="3644205"/>
            <a:ext cx="2965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On-screen overlays display current position, steering angle, light power, and active DRS state.</a:t>
            </a:r>
            <a:endParaRPr/>
          </a:p>
        </p:txBody>
      </p:sp>
      <p:pic>
        <p:nvPicPr>
          <p:cNvPr id="241" name="Google Shape;241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5837" y="217735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03725" y="21773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97800" y="217735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Simulation HUD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5105876" y="3500437"/>
            <a:ext cx="19802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Demo &amp; Questions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886325" y="3967162"/>
            <a:ext cx="2419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625" y="2452687"/>
            <a:ext cx="6667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594</Words>
  <Application>Microsoft Office PowerPoint</Application>
  <PresentationFormat>Geniş ekran</PresentationFormat>
  <Paragraphs>66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Urbanist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EG</dc:creator>
  <cp:lastModifiedBy>Ediz Gün</cp:lastModifiedBy>
  <cp:revision>6</cp:revision>
  <dcterms:modified xsi:type="dcterms:W3CDTF">2026-06-02T19:22:22Z</dcterms:modified>
</cp:coreProperties>
</file>